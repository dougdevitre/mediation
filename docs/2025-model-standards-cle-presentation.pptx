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Model Standards for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&amp; Divorce Mediation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and Why It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 / CEU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open-source Access to Mediation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github.com/cotrackpro/access-to-mediation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Update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11887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since the last revision (2000)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21031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organizations endorsed the 2025 update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0175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286000" y="30175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comments incorporated during drafting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931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286000" y="39319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collaborative drafting process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Governing Frameworks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Family Standards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AFCC / ABA / ACR / APFM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standards specific to family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divorce mediation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Technology, Domestic Abuse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screening, Voice of the Child,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Coercive Control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657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 General Standards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/ AAA / ACR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standards applicable to 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mediation practice contexts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ethics: Self-Determination,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Impartiality, Conflicts, Competence,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Confidentiality, Quality, Fees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Changes in the 2025 Revision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58368"/>
          </a:xfrm>
          <a:prstGeom prst="rect">
            <a:avLst/>
          </a:prstGeom>
          <a:solidFill>
            <a:srgbClr val="1E4A6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"Domestic violence" → "Domestic abuse"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"Child abuse" → "Child maltreatment"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7680960" cy="658368"/>
          </a:xfrm>
          <a:prstGeom prst="rect">
            <a:avLst/>
          </a:prstGeom>
          <a:solidFill>
            <a:srgbClr val="1E4A6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70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Coercive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84708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recognized as a form of domestic abuse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specific screening and process implications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96896"/>
            <a:ext cx="7680960" cy="658368"/>
          </a:xfrm>
          <a:prstGeom prst="rect">
            <a:avLst/>
          </a:prstGeom>
          <a:solidFill>
            <a:srgbClr val="1E4A6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9689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ODR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59689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standard addressing digital tools, AI, data security,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informed consent for online mediation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46704"/>
            <a:ext cx="7680960" cy="658368"/>
          </a:xfrm>
          <a:prstGeom prst="rect">
            <a:avLst/>
          </a:prstGeom>
          <a:solidFill>
            <a:srgbClr val="1E4A6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467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the Child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34670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child-centered practice with developmental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considerations and safeguards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96512"/>
            <a:ext cx="7680960" cy="658368"/>
          </a:xfrm>
          <a:prstGeom prst="rect">
            <a:avLst/>
          </a:prstGeom>
          <a:solidFill>
            <a:srgbClr val="1E4A6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965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409651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requirements for specialized training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domestic abuse, child maltreatment,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Abuse Screening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V — What Mediators MUST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EVERY case — separately, confidentially, BEFORE consent to mediate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for ALL forms: physical, sexual, economic, psychological, coercive control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THROUGHOUT the mediation process — not just at intake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impact on meaningful participation and autonomous decision-making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safeguards or decline to mediate if barriers cannot be remediated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ODR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IX — New in 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3716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and maintain training to use technology competently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abilities and obtain informed consent before using ODR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743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end-to-end encryption and robust data security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429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429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Regularly evaluate tools for ethical, legal, and practical implications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Awareness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4114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capabilities and limitations of AI, LLMs, and algorithmic tools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Amplifying the Voice of the Child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X — Expanded in 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Indirect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parents articulate each child's perspective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0-17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24688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194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specialist interviews, GAL input, therapist reports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6+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46888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attends portion of mediation (with safeguards)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10+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of Guidance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 has NO discretion to depart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for domestic abuse; disclose conflicts of interest; support self-determination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desirable — depart only with very strong reason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agreements; recommend attorney review; provide referrals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66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36118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adopting — can deviate with good judgment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qualified information; proceed with disclosed conflict after waiver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Your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intake forms to include mandatory DV screening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technology consent to your Agreement to Mediate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training in coercive control dynamics (new requirement)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your data security — end-to-end encryption is the standard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child-voice methods into your parenting plan process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CE hours against the new required topic areas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advertising for compliance with Standard XIV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2025 Standards (PDF)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0" y="1097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afccnet.org → Resource Center → Practice Guidelines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 General Standards (PDF)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acrnet.org → Model Standards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Mediation (Open Source)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github.com/cotrackpro/access-to-mediation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880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afccnet.org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3474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acrnet.org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apfmnet.org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part of the Access to Mediation open-source project.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use, share, and adapt under the MIT License.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Model Standards for Family Mediation — What Changed and Why It Matters</dc:title>
  <dc:subject>PptxGenJS Presentation</dc:subject>
  <dc:creator>Access to Mediation / CoTrackPro</dc:creator>
  <cp:lastModifiedBy>Access to Mediation / CoTrackPro</cp:lastModifiedBy>
  <cp:revision>1</cp:revision>
  <dcterms:created xsi:type="dcterms:W3CDTF">2026-04-05T13:29:00Z</dcterms:created>
  <dcterms:modified xsi:type="dcterms:W3CDTF">2026-04-05T13:29:00Z</dcterms:modified>
</cp:coreProperties>
</file>